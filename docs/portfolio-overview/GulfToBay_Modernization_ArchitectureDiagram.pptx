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34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8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0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7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3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5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1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17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2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0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FBA11-CFA1-47AE-BAE9-6005F939AD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C1A0A-71A3-487B-A4FA-AF2E92B5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7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16F46E-09C0-62B8-E74D-9C889105A0BF}"/>
              </a:ext>
            </a:extLst>
          </p:cNvPr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5AF7FB05-19E3-B232-F10C-23E16DFA672A}"/>
              </a:ext>
            </a:extLst>
          </p:cNvPr>
          <p:cNvSpPr/>
          <p:nvPr/>
        </p:nvSpPr>
        <p:spPr>
          <a:xfrm>
            <a:off x="202746" y="241580"/>
            <a:ext cx="6452508" cy="1730829"/>
          </a:xfrm>
          <a:prstGeom prst="flowChartProcess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SOURCES</a:t>
            </a:r>
          </a:p>
          <a:p>
            <a:pPr algn="ctr"/>
            <a:endParaRPr lang="en-US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SQL Server (On‑Prem)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Flat Files (CSV, Excel)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External APIs (Future Expansion)</a:t>
            </a:r>
          </a:p>
          <a:p>
            <a:pPr algn="ctr"/>
            <a:endParaRPr lang="en-US" dirty="0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3DCBD630-D6E4-975F-6B8C-98CFE09BDA41}"/>
              </a:ext>
            </a:extLst>
          </p:cNvPr>
          <p:cNvSpPr/>
          <p:nvPr/>
        </p:nvSpPr>
        <p:spPr>
          <a:xfrm>
            <a:off x="202746" y="2685841"/>
            <a:ext cx="6452508" cy="1730829"/>
          </a:xfrm>
          <a:prstGeom prst="flowChartProcess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MODERN ETL LAYER</a:t>
            </a:r>
          </a:p>
          <a:p>
            <a:pPr algn="ctr"/>
            <a:endParaRPr lang="en-US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Python ETL Scripts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Fabric Data Factory Pipelines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Metadata-Driven Transformations</a:t>
            </a:r>
          </a:p>
          <a:p>
            <a:pPr algn="ctr"/>
            <a:endParaRPr lang="en-US" dirty="0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88F9405-05B5-3730-220A-007CF726570D}"/>
              </a:ext>
            </a:extLst>
          </p:cNvPr>
          <p:cNvSpPr/>
          <p:nvPr/>
        </p:nvSpPr>
        <p:spPr>
          <a:xfrm>
            <a:off x="202746" y="5130102"/>
            <a:ext cx="6452508" cy="1730829"/>
          </a:xfrm>
          <a:prstGeom prst="flowChartProcess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MODELING LAYER</a:t>
            </a:r>
          </a:p>
          <a:p>
            <a:pPr algn="ctr"/>
            <a:endParaRPr lang="en-US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Power BI Model (Tables, Relationships, KPIs)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DAX Calculations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Business Logic Consolidation</a:t>
            </a:r>
          </a:p>
          <a:p>
            <a:pPr algn="ctr"/>
            <a:endParaRPr lang="en-US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57FE2569-91D2-7BB2-0A8E-38B9D6DC055E}"/>
              </a:ext>
            </a:extLst>
          </p:cNvPr>
          <p:cNvSpPr/>
          <p:nvPr/>
        </p:nvSpPr>
        <p:spPr>
          <a:xfrm>
            <a:off x="202746" y="7574364"/>
            <a:ext cx="6452508" cy="1730829"/>
          </a:xfrm>
          <a:prstGeom prst="flowChartProcess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REPORTING &amp; AUTOMATION LAYER</a:t>
            </a:r>
          </a:p>
          <a:p>
            <a:pPr algn="ctr"/>
            <a:endParaRPr lang="en-US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Power BI Dashboards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Power Automate Refresh Flows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Scheduled Transformations</a:t>
            </a:r>
          </a:p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BC1412-F3AD-A0B1-1E91-2F8768D05E64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3429000" y="1972409"/>
            <a:ext cx="0" cy="713432"/>
          </a:xfrm>
          <a:prstGeom prst="straightConnector1">
            <a:avLst/>
          </a:prstGeom>
          <a:ln w="152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94F47-D2C6-2AB1-C31E-83A8C38E9DB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3429000" y="4416670"/>
            <a:ext cx="0" cy="713432"/>
          </a:xfrm>
          <a:prstGeom prst="straightConnector1">
            <a:avLst/>
          </a:prstGeom>
          <a:ln w="152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A66211-C41E-E22B-731C-54D4DDBD9E7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429000" y="6860931"/>
            <a:ext cx="0" cy="713433"/>
          </a:xfrm>
          <a:prstGeom prst="straightConnector1">
            <a:avLst/>
          </a:prstGeom>
          <a:ln w="152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748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65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Lloyd</dc:creator>
  <cp:lastModifiedBy>Michael Lloyd</cp:lastModifiedBy>
  <cp:revision>1</cp:revision>
  <dcterms:created xsi:type="dcterms:W3CDTF">2026-01-27T03:28:09Z</dcterms:created>
  <dcterms:modified xsi:type="dcterms:W3CDTF">2026-01-27T03:51:13Z</dcterms:modified>
</cp:coreProperties>
</file>