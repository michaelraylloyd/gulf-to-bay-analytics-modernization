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9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33A2B-1130-080E-FAA6-35CDB41BB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B1F59-750D-25D5-9ABA-745E4D3E3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DE812-15DF-5B80-061B-71B1464E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1E045-F0E0-4AC1-C67B-A3B4CFA99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0CD6A-CA6F-300D-50C5-7A2A3F20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4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39A6-544E-22DB-063B-213E2801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65F1A-571A-BAB7-F252-6CF30E0C3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3C8EB-10AA-6106-FC57-7766A6E5F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9E812-6359-F878-95AE-161C874C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BB869-EEC7-39EE-B267-96F40041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8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66EB-1266-9845-50A7-11534EB51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1368A-836A-2D18-E4FC-B4CB8C019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4821-73D6-77E4-B7CB-2FC320153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9B923-B6D8-FE0C-0AB5-162B08D6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CFE1D-6431-12FB-7DE3-C096BBF0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6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AF5A-6B82-4D76-4676-E385DEE5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09AC6-5316-6020-E35F-D0B71C5DC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D6203-65A3-F1C9-B564-1C9671E8D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F7BB2-44F1-FC90-8EDA-EC42598A5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960F1-60A0-F32C-820A-010C0D03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46FBF-DC09-ECB3-6524-4BCA392B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9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EFED-9016-9425-B382-5AA8DF9D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F92C0-0522-DC20-C930-72A7BA8A6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3FD7-1908-09DF-4C89-EE02F3520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E40C1-82A4-6952-D883-FA0950F45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8111EE-6A44-7209-E6E4-008CBBF73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7778CF-EF83-106D-11AC-EA540C4A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F8442-7064-DF1E-FF3A-EDF8E5CC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C50EC-30FF-12FC-7121-C5F82DA6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2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3921-A88A-0514-CCCA-FDBD87CB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D92640-597E-E859-DFF4-278BFC56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EF719-8F0A-807A-2921-9F0CBF79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A2467-9FD8-29F1-B791-CFB38740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8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F0365-56B4-646F-EDEB-DB8D6B9E6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E2945-9935-A1E3-F41F-D33FEA458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CC50F-B3C0-061A-945C-C079B37B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9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110A5-2428-8BA5-FFEA-90372575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FE78A-A270-1E8D-0544-1171656F9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01AC7-CEFF-3539-6CBC-894B3E607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7ECFA-969F-FE65-48DB-1414B042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4B154-772C-E468-57F1-ADB596FD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55D4E-7614-F250-FFD2-C08494ED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29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8FA58-7269-F8C2-9954-6BA2D8BCA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03B22-5035-6F3B-3300-46C04EBF3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13D9B-875F-591D-5706-82FF1F649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331CA-5585-3BCC-6436-8B6BA2D0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3C9FA-8812-14E1-7CA6-86CBF250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AE6C6-DE01-72F4-6AC6-AC694882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3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FBF25-5D1B-0AA7-E1B1-61BBE0B6B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6CA4B-6645-F51F-4205-BA20D5EE6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F8B4C-0882-E25B-E9E7-03C55043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1A624-F858-2F79-6515-3A22AE85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76B7-CD02-4A4D-7175-78D3EE0D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0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7F80F-E375-3BD8-316D-8B85E3724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28A0A-F735-E011-DE15-EF0F86BE1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78155-6A9A-24A9-7C3C-6E686916B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68795-7B9F-5CC7-88D3-05681CCFE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E5BD3-603B-E952-D9A7-454810DB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03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64DAC-7499-48B3-3D7F-5C5A4DFE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02008-1581-E28D-88D8-6BE157490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18D15-5E03-EE97-B0DC-A5560EC30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93D9F-D860-48E0-8534-1E68250CD74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BC119-8F00-2264-26A6-8E592EA9A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456D5-B11C-0D2F-32F1-816E93A2E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FE465-E4C6-438D-85C0-5F9C81DA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0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4987A23-DDD1-7B1E-9798-D70640670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878"/>
            <a:ext cx="12192000" cy="58922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6ED629-2F6F-3292-F7D6-704037E6383E}"/>
              </a:ext>
            </a:extLst>
          </p:cNvPr>
          <p:cNvSpPr/>
          <p:nvPr/>
        </p:nvSpPr>
        <p:spPr>
          <a:xfrm>
            <a:off x="424544" y="1730831"/>
            <a:ext cx="1763486" cy="277584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05F130-6C8A-7D07-E3FA-65333B1881E1}"/>
              </a:ext>
            </a:extLst>
          </p:cNvPr>
          <p:cNvSpPr/>
          <p:nvPr/>
        </p:nvSpPr>
        <p:spPr>
          <a:xfrm>
            <a:off x="2612574" y="1061358"/>
            <a:ext cx="9579426" cy="5313764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9DEBBD-8A2D-A3D2-5477-428827A86F4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355271" y="2759529"/>
            <a:ext cx="1257303" cy="958711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D629B2-74B5-6AA3-09E9-9D49A4286039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1306287" y="2008415"/>
            <a:ext cx="48984" cy="75111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047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59A7-242C-3DA6-61FE-F931E365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7C3769-817B-F7C2-2A5E-F239578C7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463"/>
            <a:ext cx="12192000" cy="59410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471B020-A4FD-6777-2196-3CCD63CE5A7A}"/>
              </a:ext>
            </a:extLst>
          </p:cNvPr>
          <p:cNvSpPr/>
          <p:nvPr/>
        </p:nvSpPr>
        <p:spPr>
          <a:xfrm>
            <a:off x="332015" y="1132116"/>
            <a:ext cx="1763486" cy="277584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E6D050-4B4B-5FE0-868A-CA30E8575CC3}"/>
              </a:ext>
            </a:extLst>
          </p:cNvPr>
          <p:cNvSpPr/>
          <p:nvPr/>
        </p:nvSpPr>
        <p:spPr>
          <a:xfrm>
            <a:off x="2237013" y="963386"/>
            <a:ext cx="10091057" cy="5649685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2A3BC3-80B7-D79E-590B-8F7B5944D8E3}"/>
              </a:ext>
            </a:extLst>
          </p:cNvPr>
          <p:cNvCxnSpPr>
            <a:endCxn id="12" idx="2"/>
          </p:cNvCxnSpPr>
          <p:nvPr/>
        </p:nvCxnSpPr>
        <p:spPr>
          <a:xfrm flipH="1" flipV="1">
            <a:off x="1213758" y="1409700"/>
            <a:ext cx="141513" cy="1349829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67B7FD-58BF-E643-0FF6-5F80B3E7155F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355271" y="2759529"/>
            <a:ext cx="881742" cy="102870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722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2C4BB8-231B-CC30-994D-AE79187CC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973"/>
            <a:ext cx="12192000" cy="574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53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35E1-025F-B56D-0669-1FCED871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AD60A-2AE8-6DEB-54F7-FDDC9E92D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73" y="0"/>
            <a:ext cx="100394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7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62B7F-2D89-39B5-61A8-103D7AF6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7F6E95-7817-D6AB-57EC-20077B35F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6062"/>
            <a:ext cx="12192000" cy="55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7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5CC7F-1DBE-2749-E689-E4DC67997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6A306-5F6D-57B1-71BD-4AB2B6F52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290"/>
            <a:ext cx="12192000" cy="633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03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FED86-5B17-F99E-AFA7-D93EF3A8F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53198E-63FC-4744-82E0-A09704A29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988"/>
            <a:ext cx="12192000" cy="641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77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3EAE-764F-0A25-F616-8AA12C5B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BCC5D5-2693-CFB5-BB34-7A02264F2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34"/>
            <a:ext cx="12192000" cy="646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6289D-547B-0A48-14B8-908FD28E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C90C1-5E6F-AEEC-5D7C-6C8DB9D16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032"/>
            <a:ext cx="12192000" cy="647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61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56660-6176-3068-50FF-C531DC20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A8B8E8-64CA-7514-4BA0-551273739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8091"/>
            <a:ext cx="12192000" cy="554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01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00E22-9FBC-80C8-0BA6-FD256422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8EC4E-562A-039B-9536-4718BEE73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560"/>
            <a:ext cx="12192000" cy="56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49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E972B-F545-8CB4-683F-994A766B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65A42A-8EDD-4BED-2748-1CDAA302E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925"/>
            <a:ext cx="12192000" cy="582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73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1EFF-E8C4-B8AD-19DD-F74C18D0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D8B858-F33F-059D-8EB0-5C9D01266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140"/>
            <a:ext cx="12192000" cy="570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5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3C17-66D7-C314-A01F-37C68B3C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6CD8D-55E3-0910-5115-1E5D095B7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749" y="0"/>
            <a:ext cx="61105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03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66CD-9383-7F42-23C6-B8D3C719F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D71C58-3E6F-10F1-7AEF-0B3E90ECD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582" y="0"/>
            <a:ext cx="6018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40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DC4D5-355F-0519-C8B3-D384FE958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E713A2-4D0F-AB1B-FD51-FDCD36AE7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633"/>
            <a:ext cx="12192000" cy="58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85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807BC-3153-78C2-58CE-B1B81AD0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53E1AC-781E-E31F-B086-7BB62550B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327"/>
            <a:ext cx="12192000" cy="560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8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F22794-2637-21E1-F584-BA51E17D1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315"/>
            <a:ext cx="12192000" cy="634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58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50A95-0226-84EB-5D00-A2C61E65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999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5C8C8-121D-231F-F067-189A3D0B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53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15868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Lloyd</dc:creator>
  <cp:lastModifiedBy>Michael Lloyd</cp:lastModifiedBy>
  <cp:revision>4</cp:revision>
  <dcterms:created xsi:type="dcterms:W3CDTF">2026-02-20T00:23:59Z</dcterms:created>
  <dcterms:modified xsi:type="dcterms:W3CDTF">2026-03-18T23:46:55Z</dcterms:modified>
</cp:coreProperties>
</file>